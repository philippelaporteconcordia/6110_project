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bc5d2d10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bc5d2d10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c5d2d10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bc5d2d10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bc5d2d1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bc5d2d1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bc5d2d10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bc5d2d10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bc5d2d10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bc5d2d10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bc5d2d10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bc5d2d10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bc5d2d10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bc5d2d10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bc5d2d10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bc5d2d1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bc5d2d10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bc5d2d10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bc5d2d10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bc5d2d10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bc5d2d10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bc5d2d10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bc5d2d10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bc5d2d10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bc5d2d10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bc5d2d10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C1E"/>
                </a:solidFill>
                <a:highlight>
                  <a:srgbClr val="FFFFFF"/>
                </a:highlight>
              </a:rPr>
              <a:t>A Secure Peer-to-Peer Messaging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A1C1E"/>
                </a:solidFill>
                <a:highlight>
                  <a:srgbClr val="FFFFFF"/>
                </a:highlight>
              </a:rPr>
              <a:t>Course Project - Foundations of Cryptography 6110</a:t>
            </a:r>
            <a:endParaRPr sz="140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0" lvl="0" marL="12700" rtl="0" algn="l">
              <a:lnSpc>
                <a:spcPct val="143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A1C1E"/>
                </a:solidFill>
              </a:rPr>
              <a:t>●</a:t>
            </a:r>
            <a:r>
              <a:rPr b="1" lang="en" sz="1400">
                <a:solidFill>
                  <a:srgbClr val="1A1C1E"/>
                </a:solidFill>
                <a:highlight>
                  <a:srgbClr val="FFFFFF"/>
                </a:highlight>
              </a:rPr>
              <a:t>Presented by:</a:t>
            </a:r>
            <a:r>
              <a:rPr lang="en" sz="1400">
                <a:solidFill>
                  <a:srgbClr val="1A1C1E"/>
                </a:solidFill>
                <a:highlight>
                  <a:srgbClr val="FFFFFF"/>
                </a:highlight>
              </a:rPr>
              <a:t> Philippe Laporte, Zohre Farzaneh Kaloorazi</a:t>
            </a:r>
            <a:endParaRPr sz="140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0" lvl="0" marL="12700" rtl="0"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A1C1E"/>
                </a:solidFill>
              </a:rPr>
              <a:t>●</a:t>
            </a:r>
            <a:r>
              <a:rPr b="1" lang="en" sz="1400">
                <a:solidFill>
                  <a:srgbClr val="1A1C1E"/>
                </a:solidFill>
                <a:highlight>
                  <a:srgbClr val="FFFFFF"/>
                </a:highlight>
              </a:rPr>
              <a:t>Affiliation:</a:t>
            </a:r>
            <a:r>
              <a:rPr lang="en" sz="1400">
                <a:solidFill>
                  <a:srgbClr val="1A1C1E"/>
                </a:solidFill>
                <a:highlight>
                  <a:srgbClr val="FFFFFF"/>
                </a:highlight>
              </a:rPr>
              <a:t> Information Systems Engineering, Concordia University</a:t>
            </a:r>
            <a:endParaRPr sz="140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Basics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Secure Peer-to-peer Hybrid system using RSA for </a:t>
            </a:r>
            <a:r>
              <a:rPr lang="en">
                <a:solidFill>
                  <a:schemeClr val="dk1"/>
                </a:solidFill>
              </a:rPr>
              <a:t>encryption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chemeClr val="dk1"/>
                </a:solidFill>
              </a:rPr>
              <a:t>signing of the AES encryption and signing key pairs that are exchanged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protocol: specific pieces are expected at particular steps of the key exchange and messaging protocol, shutting down potentially hostile requests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we need certificates?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Ad-hoc session on random ports hard to detect in real-time for an MITMA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Focus rather on Perfect Forward Secrecy: previous key exchange recordings can never be exploited, meaning even if a long-term RSA key is compromised, past or future sessions cannot be decrypted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Provide ephemeral RSA key pairs by generating them on-the-fly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Peer-to-peer is decentralized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messaging platforms often rely on centralized servers, which introduce risks such as data breaches, unauthorized access, and surveillance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peer-to-peer (P2P) messaging system eliminates these risks by removing centralized control and enabling direct, secure communication between users.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 Key Exchange Process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peer generates an RSA key pair at the start of the session.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AES session and signing keys are encrypted using the recipient’s RSA public key, signed with the sender’s RSA private key, and appended to the encrypted key.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OAEP padding is used for encryption and PSS padding is used for Signing, both paddings being powered by SHA256 Hashes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Upon reception, the recipient decrypts the AES key and verifies the digital signature using the sender’s RSA public key.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Message Exchange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secure session is established, all communication is encrypted with AES-CBC.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AES-encrypted message appends an HMAC signature for authentication.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PKCS7 padding, initialization vectors (IV), and a secure encryption mode (AES-CBC).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latin typeface="Times New Roman"/>
                <a:ea typeface="Times New Roman"/>
                <a:cs typeface="Times New Roman"/>
                <a:sym typeface="Times New Roman"/>
              </a:rPr>
              <a:t>Communication Protocol Flow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participant "Initiator" as I, the session initiator peer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participant "Responder" as R, the peer listening for incoming session requests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-&gt; R: Send RSA public key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&lt;- R: Send RSA public key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-&gt; R: Send AES keys, for encryption and signing, encrypted with R's RSA public key) appended with the RSA-signed hash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R: Decrypt AES key and verify signature using I’s public key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&lt;- R: Send Message of the Day (MOTD) un-encrypted.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 Secure Messaging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-&gt; R: Send AES-CBC-encrypted message + HMAC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&lt;- R: Send AES-CBC-encrypted reply + HMAC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When the conversation  ends, the responder awaits the next connection from an initiator 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Using Python and the popular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cryptography </a:t>
            </a:r>
            <a:r>
              <a:rPr lang="en">
                <a:solidFill>
                  <a:schemeClr val="dk1"/>
                </a:solidFill>
              </a:rPr>
              <a:t>module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CLI interface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Users select their role (Initiator or Responder).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Specify host/port details for connection, with appropriate defaults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Peer messages are UTF-8 encoded strings sent as bytes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MOTD (Message-of-The-Day) is sent unencrypted by responder so as not to enable a known-plaintext attack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AES message exchange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AES-encrypted message exchange, we use the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Fernet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from the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cryptography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module, which includes timing data to help prevent replay attacks.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PKCS7 padding, and an Encrypt-then-MAC strategy with a new IV for each encryption and HMAC with SHA-256 for signing/authentication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encryption key is 16 bytes and is generated using the widely accepted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os.urandom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function, and so is the signing key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Source code and Demo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Initiator and Responder classes share a Responder super class which knows how to generate an RSA key pair.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thorough protocol flow narrative appears in comments and in the print verbose as a messaging session happens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custom communication ports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Potential Vulnerabilities &amp; Risks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Exchange Risks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Attacks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Replay Attacks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HMAC &amp; Message Integrity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AES-CBC Mode Considerations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Risks reported by the AI Code Analysis Agent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“find weaknesses in this code”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Hardcoded MOTD - The Message of the Day is hardcoded and unchangeable.  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Certificate Validation - The public key exchange lacks certificate validation, making it vulnerable to man-in-the-middle attacks.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IV for AES - Using Fernet for encryption, but not explicitly managing IVs or checking for replay attacks.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RSA Key Reuse - Keys are generated each time with no persistence, risking repeated identical key generation.  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IV Management - While using Fernet for encryption, there's no explicit management of initialization vectors or protection against replay attacks.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critical issues are the lack of certificate validation (enabling MITM attacks)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reported risks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would indeed be best to rotate the MOTD to make it harder to identify which comm protocol the program is using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version of the code was indeed not using certificates, so it identified this issue very clearly.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previously stated we believe the ad-hoc nature of the communication system mitigates MITM attacks.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missing IV report is wrong/incorrect. This is feedback to report on the quality of the Tool’s analysis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correctly identifies that the system risks repeating RSA keys as they are ephemeral.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provided a Secure Real Time Peer-to-Peer Messaging System using robust cryptographic techniques. By leveraging RSA for key exchange and AES for encryption, the system ensures confidentiality, integrity, and the targeted level of authentication.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